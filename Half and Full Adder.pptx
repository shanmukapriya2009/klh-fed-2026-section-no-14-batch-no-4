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-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30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D9CBF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D9CBF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452628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" y="914400"/>
            <a:ext cx="914" cy="452628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" y="1367028"/>
            <a:ext cx="452628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5336" y="914400"/>
            <a:ext cx="914" cy="452628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5336" y="914400"/>
            <a:ext cx="452628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88239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1335024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1" name="Shape 9"/>
          <p:cNvSpPr/>
          <p:nvPr/>
        </p:nvSpPr>
        <p:spPr>
          <a:xfrm>
            <a:off x="1513332" y="1335024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513332" y="88239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043684" y="78638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B79C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" y="873252"/>
            <a:ext cx="82296" cy="82296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0" y="1188720"/>
            <a:ext cx="402336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12096" y="786384"/>
            <a:ext cx="914" cy="402336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12096" y="786384"/>
            <a:ext cx="402336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4432" y="786384"/>
            <a:ext cx="914" cy="402336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14432" y="1188720"/>
            <a:ext cx="402336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80092" y="115671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80092" y="754380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2428" y="754380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2428" y="115671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62488" y="106070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4B3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8612" y="1147572"/>
            <a:ext cx="82296" cy="82296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5394960"/>
            <a:ext cx="427482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0442" y="4967478"/>
            <a:ext cx="914" cy="427482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0442" y="4967478"/>
            <a:ext cx="427482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7924" y="4967478"/>
            <a:ext cx="914" cy="427482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77924" y="5394960"/>
            <a:ext cx="427482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18438" y="536295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8438" y="4935474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0" y="4935474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4" name="Shape 32"/>
          <p:cNvSpPr/>
          <p:nvPr/>
        </p:nvSpPr>
        <p:spPr>
          <a:xfrm>
            <a:off x="1645920" y="536295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5" name="Shape 33"/>
          <p:cNvSpPr/>
          <p:nvPr/>
        </p:nvSpPr>
        <p:spPr>
          <a:xfrm>
            <a:off x="2151126" y="526694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4B3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" y="5353812"/>
            <a:ext cx="82296" cy="82296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7" name="Shape 35"/>
          <p:cNvSpPr/>
          <p:nvPr/>
        </p:nvSpPr>
        <p:spPr>
          <a:xfrm>
            <a:off x="9235440" y="5120640"/>
            <a:ext cx="477774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13214" y="5120640"/>
            <a:ext cx="914" cy="47777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13214" y="5598414"/>
            <a:ext cx="477774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90988" y="5120640"/>
            <a:ext cx="914" cy="47777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90988" y="5120640"/>
            <a:ext cx="477774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81210" y="508863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3" name="Shape 41"/>
          <p:cNvSpPr/>
          <p:nvPr/>
        </p:nvSpPr>
        <p:spPr>
          <a:xfrm>
            <a:off x="9681210" y="5566410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8984" y="5566410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8984" y="508863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14482" y="499262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B79C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94292" y="5079492"/>
            <a:ext cx="82296" cy="82296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78440" y="2834640"/>
            <a:ext cx="777240" cy="457200"/>
          </a:xfrm>
          <a:prstGeom prst="roundRect">
            <a:avLst>
              <a:gd name="adj" fmla="val 16000"/>
            </a:avLst>
          </a:prstGeom>
          <a:ln w="15875">
            <a:solidFill>
              <a:srgbClr val="B79C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78440" y="2834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9C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122408" y="2962656"/>
            <a:ext cx="256032" cy="0"/>
          </a:xfrm>
          <a:prstGeom prst="line">
            <a:avLst/>
          </a:prstGeom>
          <a:noFill/>
          <a:ln w="13970">
            <a:solidFill>
              <a:srgbClr val="B79C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22408" y="3163824"/>
            <a:ext cx="256032" cy="0"/>
          </a:xfrm>
          <a:prstGeom prst="line">
            <a:avLst/>
          </a:prstGeom>
          <a:noFill/>
          <a:ln w="13970">
            <a:solidFill>
              <a:srgbClr val="B79C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55680" y="3063240"/>
            <a:ext cx="256032" cy="0"/>
          </a:xfrm>
          <a:prstGeom prst="line">
            <a:avLst/>
          </a:prstGeom>
          <a:noFill/>
          <a:ln w="13970">
            <a:solidFill>
              <a:srgbClr val="B79C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3246120"/>
            <a:ext cx="777240" cy="457200"/>
          </a:xfrm>
          <a:prstGeom prst="roundRect">
            <a:avLst>
              <a:gd name="adj" fmla="val 16000"/>
            </a:avLst>
          </a:prstGeom>
          <a:ln w="15875">
            <a:solidFill>
              <a:srgbClr val="4B3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246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6888" y="3374136"/>
            <a:ext cx="256032" cy="0"/>
          </a:xfrm>
          <a:prstGeom prst="line">
            <a:avLst/>
          </a:prstGeom>
          <a:noFill/>
          <a:ln w="13970">
            <a:solidFill>
              <a:srgbClr val="4B3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6888" y="3575304"/>
            <a:ext cx="256032" cy="0"/>
          </a:xfrm>
          <a:prstGeom prst="line">
            <a:avLst/>
          </a:prstGeom>
          <a:noFill/>
          <a:ln w="13970">
            <a:solidFill>
              <a:srgbClr val="4B3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80160" y="3474720"/>
            <a:ext cx="256032" cy="0"/>
          </a:xfrm>
          <a:prstGeom prst="line">
            <a:avLst/>
          </a:prstGeom>
          <a:noFill/>
          <a:ln w="13970">
            <a:solidFill>
              <a:srgbClr val="4B3B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32520" y="502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9828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9C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508760" y="6126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0" y="2273656"/>
            <a:ext cx="12188952" cy="133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i="1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visual look at binary addition — designed &amp; simulated in Logisim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                                                              Group : 4 </a:t>
            </a:r>
          </a:p>
        </p:txBody>
      </p:sp>
      <p:sp>
        <p:nvSpPr>
          <p:cNvPr id="63" name="Text 61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413248" y="4251960"/>
            <a:ext cx="1371600" cy="0"/>
          </a:xfrm>
          <a:prstGeom prst="line">
            <a:avLst/>
          </a:prstGeom>
          <a:noFill/>
          <a:ln w="31750">
            <a:solidFill>
              <a:srgbClr val="E8B54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-304800" y="4370832"/>
            <a:ext cx="12188952" cy="59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Presented by :</a:t>
            </a:r>
          </a:p>
          <a:p>
            <a:pPr marL="0" indent="0" algn="ctr">
              <a:buNone/>
            </a:pP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Mallepogu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 Meghana Sruthi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Sahasra Kosuri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Yelam Shanmuka Priya</a:t>
            </a:r>
          </a:p>
          <a:p>
            <a:pPr marL="0" indent="0" algn="ctr">
              <a:buNone/>
            </a:pP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Dundigalla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 Nirmuktha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A1084D-96CB-CBEB-0E45-177DCFB2C198}"/>
              </a:ext>
            </a:extLst>
          </p:cNvPr>
          <p:cNvSpPr txBox="1"/>
          <p:nvPr/>
        </p:nvSpPr>
        <p:spPr>
          <a:xfrm>
            <a:off x="2015490" y="1257181"/>
            <a:ext cx="744855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 &amp; Full Adder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F60518-C8D9-A134-DAD8-6A7683FCA900}"/>
              </a:ext>
            </a:extLst>
          </p:cNvPr>
          <p:cNvSpPr txBox="1"/>
          <p:nvPr/>
        </p:nvSpPr>
        <p:spPr>
          <a:xfrm>
            <a:off x="13201650" y="46672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Adder?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digital electronics, computers add binary numbers (0s and 1s) using simple circuits called adders. There are two basic kinds: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3EEFB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B79CE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2 bits: A and B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2 outputs: Sum and Carry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take a carry as input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the very first bit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5074920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⊕ B     C = A · 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3EEFB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331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B3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331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9718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3 bits: A, B and Carry-in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2 outputs: Sum and Carry-out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take a carry as input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every other bit position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9400" y="5074920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⊕ B ⊕ Cin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Tables — Every Possible Input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9C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4937760" cy="20116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91640"/>
          <a:ext cx="4937760" cy="345643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977640"/>
            <a:ext cx="4937760" cy="1691640"/>
          </a:xfrm>
          <a:prstGeom prst="roundRect">
            <a:avLst>
              <a:gd name="adj" fmla="val 5405"/>
            </a:avLst>
          </a:prstGeom>
          <a:solidFill>
            <a:srgbClr val="4B3B6B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4133088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rule
</a:t>
            </a:r>
            <a:r>
              <a:rPr lang="en-US" sz="125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is 1 when an odd number of inputs are 1. Carry is 1 when 2 or more inputs are 1.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in Logisim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is a free tool where we drag gates onto a canvas, wire them up, and click inputs to see the outputs light up — no breadboard needed!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3113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311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gates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XOR, AND (and OR, for a Full Adder) onto the canvas.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2841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inputs &amp; outputs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pins for A, B (and Cin) and Output pins for Sum and Carry.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42569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256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it 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pins to the gates exactly as in the logic diagram.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52297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229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394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and test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539496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input pins between 0 and 1 and check the outputs match the truth table.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B3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502920"/>
            <a:ext cx="352044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01884" y="502920"/>
            <a:ext cx="914" cy="35204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01884" y="854964"/>
            <a:ext cx="352044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502920"/>
            <a:ext cx="914" cy="35204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3928" y="502920"/>
            <a:ext cx="352044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47091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8" name="Shape 6"/>
          <p:cNvSpPr/>
          <p:nvPr/>
        </p:nvSpPr>
        <p:spPr>
          <a:xfrm>
            <a:off x="10469880" y="822960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9" name="Shape 7"/>
          <p:cNvSpPr/>
          <p:nvPr/>
        </p:nvSpPr>
        <p:spPr>
          <a:xfrm>
            <a:off x="10821924" y="822960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821924" y="47091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251692" y="37490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D9CB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08692" y="461772"/>
            <a:ext cx="82296" cy="82296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6080760"/>
            <a:ext cx="301752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5779008"/>
            <a:ext cx="914" cy="301752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5779008"/>
            <a:ext cx="301752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5779008"/>
            <a:ext cx="914" cy="301752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144" y="6080760"/>
            <a:ext cx="301752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" y="604875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388" y="5747004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0140" y="5747004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0140" y="604875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499616" y="595274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D9CB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" y="6039612"/>
            <a:ext cx="82296" cy="82296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40080" y="1325880"/>
            <a:ext cx="1371600" cy="0"/>
          </a:xfrm>
          <a:prstGeom prst="line">
            <a:avLst/>
          </a:prstGeom>
          <a:noFill/>
          <a:ln w="31750">
            <a:solidFill>
              <a:srgbClr val="E8B5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18288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adds 2 bits; a Full Adder adds 3 bits (including a carry-in).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25880" y="27889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just a couple of basic gates — XOR, AND, and (for the Full Adder) OR.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5880" y="3749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lets us build and test these circuits visually before touching real hardware.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47091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Adders are chained together to build the adders used inside real processors.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475</Words>
  <Application>Microsoft Office PowerPoint</Application>
  <PresentationFormat>Widescreen</PresentationFormat>
  <Paragraphs>132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Bahnschrift SemiBold SemiConden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meghanasruthi2007@outlook.com</cp:lastModifiedBy>
  <cp:revision>3</cp:revision>
  <dcterms:created xsi:type="dcterms:W3CDTF">2026-08-26T09:36:21Z</dcterms:created>
  <dcterms:modified xsi:type="dcterms:W3CDTF">2026-09-01T08:16:07Z</dcterms:modified>
</cp:coreProperties>
</file>